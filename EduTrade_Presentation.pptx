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Introduction" id="{c4ef5617-c935-0ef0-7dd2-4a9b52766fdb}">
          <p14:sldIdLst>
            <p14:sldId id="256"/>
          </p14:sldIdLst>
        </p14:section>
        <p14:section name="Context" id="{287cedb0-1331-e11d-6489-5b8bc02c505f}">
          <p14:sldIdLst>
            <p14:sldId id="257"/>
            <p14:sldId id="258"/>
            <p14:sldId id="259"/>
          </p14:sldIdLst>
        </p14:section>
        <p14:section name="The Product" id="{4bfe0436-8b9f-aec5-eaea-011d07aa0447}">
          <p14:sldIdLst>
            <p14:sldId id="260"/>
            <p14:sldId id="261"/>
            <p14:sldId id="262"/>
          </p14:sldIdLst>
        </p14:section>
        <p14:section name="Flow and Impact" id="{383f6302-abd4-6a99-ed8b-776013c6fe4a}">
          <p14:sldIdLst>
            <p14:sldId id="263"/>
            <p14:sldId id="264"/>
            <p14:sldId id="265"/>
          </p14:sldIdLst>
        </p14:section>
        <p14:section name="Close" id="{75584434-b551-8723-3edb-9b6316008e5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-564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EduTrade is a student-focused e-commerce platform where students can buy and sell books, lab equipment, electronics and other study essentials.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study material is costly, reusable items are wasted, and there is no trusted student-only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EduTrade focuses on categories students actually use: book materials, electronics, lab equipment and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 visible in the current website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 page: a green navigation bar, hero banner and category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Featured products and the product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seller dashboard (My Products) and the shopping cart.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simple journeys: buyers discover and order; sellers list and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for both sides of the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931920"/>
            <a:ext cx="5394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EduTrade  ·  Buy Smart. Sell Easy.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EduTrad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3474720" cy="857009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/>
          </p:nvPr>
        </p:nvSpPr>
        <p:spPr>
          <a:xfrm>
            <a:off x="640080" y="20116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 Student E-Commerce Platform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/>
          </p:nvPr>
        </p:nvSpPr>
        <p:spPr>
          <a:xfrm>
            <a:off x="640080" y="3931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</a:rPr>
              <a:t>Buy and sell books, lab equipment, electronics and more, easily and affordably.</a:t>
            </a:r>
            <a:endParaRPr lang="en-US" sz="1800" dirty="0"/>
          </a:p>
        </p:txBody>
      </p:sp>
      <p:sp>
        <p:nvSpPr>
          <p:cNvPr id="5" name="Accent tab"/>
          <p:cNvSpPr/>
          <p:nvPr/>
        </p:nvSpPr>
        <p:spPr>
          <a:xfrm>
            <a:off x="6903720" y="1965960"/>
            <a:ext cx="4846320" cy="2423160"/>
          </a:xfrm>
          <a:prstGeom prst="roundRect">
            <a:avLst>
              <a:gd name="adj" fmla="val 4528"/>
            </a:avLst>
          </a:prstGeom>
          <a:solidFill>
            <a:schemeClr val="accent2"/>
          </a:solidFill>
          <a:ln/>
        </p:spPr>
      </p:sp>
      <p:sp>
        <p:nvSpPr>
          <p:cNvPr id="6" name="Home page screenshot frame"/>
          <p:cNvSpPr/>
          <p:nvPr/>
        </p:nvSpPr>
        <p:spPr>
          <a:xfrm>
            <a:off x="6629400" y="1691640"/>
            <a:ext cx="4846320" cy="2424277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7" name="Home page screenshot" descr="Home pag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4572000" cy="21499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students need a better way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tudy costs add up icon badge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udy costs add up icon" descr="Study costs add 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Study costs add up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New textbooks, workbooks and lab kits are expensive, and most are needed for just one semester or year.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29768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Useful items go unused icon badge"/>
          <p:cNvSpPr/>
          <p:nvPr/>
        </p:nvSpPr>
        <p:spPr>
          <a:xfrm>
            <a:off x="461772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eful items go unused icon" descr="Useful items go unuse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Useful items go unused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Once a course ends, books and equipment pile up at home instead of reaching someone who needs them.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04672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No trusted platform icon badge"/>
          <p:cNvSpPr/>
          <p:nvPr/>
        </p:nvSpPr>
        <p:spPr>
          <a:xfrm>
            <a:off x="836676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o trusted platform icon" descr="No trusted platfor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chemeClr val="tx2"/>
                </a:solidFill>
              </a:rPr>
              <a:t> </a:t>
            </a:r>
            <a:r>
              <a:rPr lang="en-US" sz="2200" b="1" dirty="0">
                <a:solidFill>
                  <a:schemeClr val="tx2"/>
                </a:solidFill>
              </a:rPr>
              <a:t>T</a:t>
            </a:r>
            <a:r>
              <a:rPr lang="en-US" sz="2200" b="1" dirty="0" smtClean="0">
                <a:solidFill>
                  <a:schemeClr val="tx2"/>
                </a:solidFill>
              </a:rPr>
              <a:t>rusted </a:t>
            </a:r>
            <a:r>
              <a:rPr lang="en-US" sz="2200" b="1" dirty="0">
                <a:solidFill>
                  <a:schemeClr val="tx2"/>
                </a:solidFill>
              </a:rPr>
              <a:t>platform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General classifieds are cluttered and untrusted. Students lack a focused place to trade with each other.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EduTrade closes this gap with a student-first marketplace.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One marketplace, built for students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EduTrade lets students list what they no longer need and find what they do, all in one place.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Simple browsing, a clear cart and a quick sell flow keep trading easy for both sides.</a:t>
            </a:r>
            <a:endParaRPr lang="en-US" sz="1800" dirty="0"/>
          </a:p>
        </p:txBody>
      </p:sp>
      <p:sp>
        <p:nvSpPr>
          <p:cNvPr id="4" name="Tagline pill"/>
          <p:cNvSpPr/>
          <p:nvPr/>
        </p:nvSpPr>
        <p:spPr>
          <a:xfrm>
            <a:off x="548640" y="3566160"/>
            <a:ext cx="3383280" cy="7315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Buy Smart. Sell Easy.</a:t>
            </a:r>
            <a:endParaRPr lang="en-US" sz="2200" dirty="0"/>
          </a:p>
        </p:txBody>
      </p:sp>
      <p:sp>
        <p:nvSpPr>
          <p:cNvPr id="6" name="Book Materials tile"/>
          <p:cNvSpPr/>
          <p:nvPr/>
        </p:nvSpPr>
        <p:spPr>
          <a:xfrm>
            <a:off x="6126480" y="16459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Book Materials icon badge"/>
          <p:cNvSpPr/>
          <p:nvPr/>
        </p:nvSpPr>
        <p:spPr>
          <a:xfrm>
            <a:off x="64008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ook Materials icon" descr="Book Material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Book Materials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Textbooks, workbooks, question banks</a:t>
            </a:r>
            <a:endParaRPr lang="en-US" sz="1400" dirty="0"/>
          </a:p>
        </p:txBody>
      </p:sp>
      <p:sp>
        <p:nvSpPr>
          <p:cNvPr id="11" name="Electronics tile"/>
          <p:cNvSpPr/>
          <p:nvPr/>
        </p:nvSpPr>
        <p:spPr>
          <a:xfrm>
            <a:off x="8961120" y="16459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Electronics icon badge"/>
          <p:cNvSpPr/>
          <p:nvPr/>
        </p:nvSpPr>
        <p:spPr>
          <a:xfrm>
            <a:off x="92354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Electronics icon" descr="Electronic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Electronics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Devices and accessories</a:t>
            </a:r>
            <a:endParaRPr lang="en-US" sz="1400" dirty="0"/>
          </a:p>
        </p:txBody>
      </p:sp>
      <p:sp>
        <p:nvSpPr>
          <p:cNvPr id="16" name="Lab Equipments tile"/>
          <p:cNvSpPr/>
          <p:nvPr/>
        </p:nvSpPr>
        <p:spPr>
          <a:xfrm>
            <a:off x="6126480" y="4023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Lab Equipments icon badge"/>
          <p:cNvSpPr/>
          <p:nvPr/>
        </p:nvSpPr>
        <p:spPr>
          <a:xfrm>
            <a:off x="640080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Lab Equipments icon" descr="Lab Equipment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480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Lab Equipments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5486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 tubes, dissection kits</a:t>
            </a:r>
            <a:endParaRPr lang="en-US" sz="1400" dirty="0"/>
          </a:p>
        </p:txBody>
      </p:sp>
      <p:sp>
        <p:nvSpPr>
          <p:cNvPr id="21" name="Notebooks &amp; more tile"/>
          <p:cNvSpPr/>
          <p:nvPr/>
        </p:nvSpPr>
        <p:spPr>
          <a:xfrm>
            <a:off x="8961120" y="4023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Notebooks &amp; more icon badge"/>
          <p:cNvSpPr/>
          <p:nvPr/>
        </p:nvSpPr>
        <p:spPr>
          <a:xfrm>
            <a:off x="923544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Notebooks &amp; more icon" descr="Notebooks &amp; mor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4805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3544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Notebooks &amp; more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5486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Notes and study essentials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Everything you need to trade</a:t>
            </a:r>
            <a:endParaRPr lang="en-US" sz="3600" dirty="0"/>
          </a:p>
        </p:txBody>
      </p:sp>
      <p:sp>
        <p:nvSpPr>
          <p:cNvPr id="3" name="Product search card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Product search icon badge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oduct search icon" descr="Product 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459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 search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Find any item fast from the search bar on every page.</a:t>
            </a:r>
            <a:endParaRPr lang="en-US" sz="1500" dirty="0"/>
          </a:p>
        </p:txBody>
      </p:sp>
      <p:sp>
        <p:nvSpPr>
          <p:cNvPr id="8" name="Category browsing card"/>
          <p:cNvSpPr/>
          <p:nvPr/>
        </p:nvSpPr>
        <p:spPr>
          <a:xfrm>
            <a:off x="434340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Category browsing icon badge"/>
          <p:cNvSpPr/>
          <p:nvPr/>
        </p:nvSpPr>
        <p:spPr>
          <a:xfrm>
            <a:off x="461772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tegory browsing icon" descr="Category brows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0" y="20459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Category browsing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Jump into Books, Electronics or Lab Equipments.</a:t>
            </a:r>
            <a:endParaRPr lang="en-US" sz="1500" dirty="0"/>
          </a:p>
        </p:txBody>
      </p:sp>
      <p:sp>
        <p:nvSpPr>
          <p:cNvPr id="13" name="Wishlist card"/>
          <p:cNvSpPr/>
          <p:nvPr/>
        </p:nvSpPr>
        <p:spPr>
          <a:xfrm>
            <a:off x="813816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Wishlist icon badge"/>
          <p:cNvSpPr/>
          <p:nvPr/>
        </p:nvSpPr>
        <p:spPr>
          <a:xfrm>
            <a:off x="841248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Wishlist icon" descr="Wishlis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930" y="20459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Wishlist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Save products with a tap on the heart icon.</a:t>
            </a:r>
            <a:endParaRPr lang="en-US" sz="1500" dirty="0"/>
          </a:p>
        </p:txBody>
      </p:sp>
      <p:sp>
        <p:nvSpPr>
          <p:cNvPr id="18" name="Cart and Buy Now card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Cart and Buy Now icon badge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art and Buy Now icon" descr="Cart and Buy Now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4691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297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Cart and Buy Now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to cart or buy instantly from any product card.</a:t>
            </a:r>
            <a:endParaRPr lang="en-US" sz="1500" dirty="0"/>
          </a:p>
        </p:txBody>
      </p:sp>
      <p:sp>
        <p:nvSpPr>
          <p:cNvPr id="23" name="Easy selling card"/>
          <p:cNvSpPr/>
          <p:nvPr/>
        </p:nvSpPr>
        <p:spPr>
          <a:xfrm>
            <a:off x="434340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Easy selling icon badge"/>
          <p:cNvSpPr/>
          <p:nvPr/>
        </p:nvSpPr>
        <p:spPr>
          <a:xfrm>
            <a:off x="461772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Easy selling icon" descr="Easy selling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170" y="44691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0680" y="4297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Easy selling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166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List a product with Sell New Product and manage it later.</a:t>
            </a:r>
            <a:endParaRPr lang="en-US" sz="1500" dirty="0"/>
          </a:p>
        </p:txBody>
      </p:sp>
      <p:sp>
        <p:nvSpPr>
          <p:cNvPr id="28" name="Orders and login card"/>
          <p:cNvSpPr/>
          <p:nvPr/>
        </p:nvSpPr>
        <p:spPr>
          <a:xfrm>
            <a:off x="813816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Orders and login icon badge"/>
          <p:cNvSpPr/>
          <p:nvPr/>
        </p:nvSpPr>
        <p:spPr>
          <a:xfrm>
            <a:off x="841248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Orders and login icon" descr="Orders and logi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930" y="446913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4297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Orders and login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166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Secure sign-in and an Orders page to follow purchases.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Home: everything is one click away</a:t>
            </a:r>
            <a:endParaRPr lang="en-US" sz="3600" dirty="0"/>
          </a:p>
        </p:txBody>
      </p:sp>
      <p:sp>
        <p:nvSpPr>
          <p:cNvPr id="3" name="Home page screenshot frame"/>
          <p:cNvSpPr/>
          <p:nvPr/>
        </p:nvSpPr>
        <p:spPr>
          <a:xfrm>
            <a:off x="548640" y="1828800"/>
            <a:ext cx="7406640" cy="3628254"/>
          </a:xfrm>
          <a:prstGeom prst="roundRect">
            <a:avLst>
              <a:gd name="adj" fmla="val 302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Home page screenshot" descr="Home pag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7132320" cy="3353934"/>
          </a:xfrm>
          <a:prstGeom prst="rect">
            <a:avLst/>
          </a:prstGeom>
        </p:spPr>
      </p:pic>
      <p:sp>
        <p:nvSpPr>
          <p:cNvPr id="5" name="Step 1 badge"/>
          <p:cNvSpPr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27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Navigation bar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2103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Home, Category, Cart, Orders, Sell and Login in one place.</a:t>
            </a:r>
            <a:endParaRPr lang="en-US" sz="1400" dirty="0"/>
          </a:p>
        </p:txBody>
      </p:sp>
      <p:sp>
        <p:nvSpPr>
          <p:cNvPr id="9" name="Step 2 badge"/>
          <p:cNvSpPr/>
          <p:nvPr/>
        </p:nvSpPr>
        <p:spPr>
          <a:xfrm>
            <a:off x="836676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66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3136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Hero banner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clear message: the smarter way to buy and sell educational essentials.</a:t>
            </a:r>
            <a:endParaRPr lang="en-US" sz="1400" dirty="0"/>
          </a:p>
        </p:txBody>
      </p:sp>
      <p:sp>
        <p:nvSpPr>
          <p:cNvPr id="13" name="Step 3 badge"/>
          <p:cNvSpPr/>
          <p:nvPr/>
        </p:nvSpPr>
        <p:spPr>
          <a:xfrm>
            <a:off x="8366760" y="4663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67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4645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Category cards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5120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Quick entry to Book Materials, Electronics and Lab Equipments.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Browse categories and featured items</a:t>
            </a:r>
            <a:endParaRPr lang="en-US" sz="3600" dirty="0"/>
          </a:p>
        </p:txBody>
      </p:sp>
      <p:sp>
        <p:nvSpPr>
          <p:cNvPr id="3" name="Featured products screenshot frame"/>
          <p:cNvSpPr/>
          <p:nvPr/>
        </p:nvSpPr>
        <p:spPr>
          <a:xfrm>
            <a:off x="548640" y="1554480"/>
            <a:ext cx="5394960" cy="2655951"/>
          </a:xfrm>
          <a:prstGeom prst="roundRect">
            <a:avLst>
              <a:gd name="adj" fmla="val 413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Featured products screenshot" descr="Featured product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120640" cy="2381631"/>
          </a:xfrm>
          <a:prstGeom prst="rect">
            <a:avLst/>
          </a:prstGeom>
        </p:spPr>
      </p:pic>
      <p:sp>
        <p:nvSpPr>
          <p:cNvPr id="5" name="Product grid screenshot frame"/>
          <p:cNvSpPr/>
          <p:nvPr/>
        </p:nvSpPr>
        <p:spPr>
          <a:xfrm>
            <a:off x="6245352" y="1554480"/>
            <a:ext cx="5394960" cy="2655951"/>
          </a:xfrm>
          <a:prstGeom prst="roundRect">
            <a:avLst>
              <a:gd name="adj" fmla="val 413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Product grid screenshot" descr="Product gri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691640"/>
            <a:ext cx="5120640" cy="238163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434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Featured products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Each card shows the item, category, price in rupees, a wishlist heart and a Buy Now button.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245352" y="4434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Product listings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245352" y="4937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clean grid of titles and prices with a View More button for full details.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Selling and cart management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My Products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Sellers see every listing in one place and add more with Sell New Product.</a:t>
            </a:r>
            <a:endParaRPr lang="en-US" sz="1600" dirty="0"/>
          </a:p>
        </p:txBody>
      </p:sp>
      <p:sp>
        <p:nvSpPr>
          <p:cNvPr id="5" name="My Products screenshot frame"/>
          <p:cNvSpPr/>
          <p:nvPr/>
        </p:nvSpPr>
        <p:spPr>
          <a:xfrm>
            <a:off x="548640" y="3108960"/>
            <a:ext cx="5394960" cy="2658618"/>
          </a:xfrm>
          <a:prstGeom prst="roundRect">
            <a:avLst>
              <a:gd name="adj" fmla="val 412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My Products screenshot" descr="My Product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5120640" cy="23842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45352" y="15544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Shopping Cart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245352" y="2011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Buyers review what they have picked before they check out.</a:t>
            </a:r>
            <a:endParaRPr lang="en-US" sz="1600" dirty="0"/>
          </a:p>
        </p:txBody>
      </p:sp>
      <p:sp>
        <p:nvSpPr>
          <p:cNvPr id="9" name="Shopping Cart screenshot frame"/>
          <p:cNvSpPr/>
          <p:nvPr/>
        </p:nvSpPr>
        <p:spPr>
          <a:xfrm>
            <a:off x="6245352" y="3108960"/>
            <a:ext cx="5394960" cy="2615946"/>
          </a:xfrm>
          <a:prstGeom prst="roundRect">
            <a:avLst>
              <a:gd name="adj" fmla="val 4195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0" name="Shopping Cart screenshot" descr="Shopping Car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246120"/>
            <a:ext cx="5120640" cy="23416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EduTrade works</a:t>
            </a:r>
            <a:endParaRPr lang="en-US" sz="3600" dirty="0"/>
          </a:p>
        </p:txBody>
      </p:sp>
      <p:sp>
        <p:nvSpPr>
          <p:cNvPr id="3" name="Buyer label"/>
          <p:cNvSpPr/>
          <p:nvPr/>
        </p:nvSpPr>
        <p:spPr>
          <a:xfrm>
            <a:off x="548640" y="164592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pic>
        <p:nvPicPr>
          <p:cNvPr id="4" name="Buyer icon" descr="Buy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Buyer</a:t>
            </a:r>
            <a:endParaRPr lang="en-US" sz="2000" dirty="0"/>
          </a:p>
        </p:txBody>
      </p:sp>
      <p:sp>
        <p:nvSpPr>
          <p:cNvPr id="6" name="Buyer step 1"/>
          <p:cNvSpPr/>
          <p:nvPr/>
        </p:nvSpPr>
        <p:spPr>
          <a:xfrm>
            <a:off x="237744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Buyer step number"/>
          <p:cNvSpPr/>
          <p:nvPr/>
        </p:nvSpPr>
        <p:spPr>
          <a:xfrm>
            <a:off x="256032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in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an account or sign in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4453128" y="2423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Buyer step 2"/>
          <p:cNvSpPr/>
          <p:nvPr/>
        </p:nvSpPr>
        <p:spPr>
          <a:xfrm>
            <a:off x="480060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Buyer step number"/>
          <p:cNvSpPr/>
          <p:nvPr/>
        </p:nvSpPr>
        <p:spPr>
          <a:xfrm>
            <a:off x="498348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834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Discover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or browse by category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6876288" y="2423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Buyer step 3"/>
          <p:cNvSpPr/>
          <p:nvPr/>
        </p:nvSpPr>
        <p:spPr>
          <a:xfrm>
            <a:off x="722376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Buyer step number"/>
          <p:cNvSpPr/>
          <p:nvPr/>
        </p:nvSpPr>
        <p:spPr>
          <a:xfrm>
            <a:off x="740664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to cart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Wishlist it or tap Buy Now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9299448" y="2423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4" name="Buyer step 4"/>
          <p:cNvSpPr/>
          <p:nvPr/>
        </p:nvSpPr>
        <p:spPr>
          <a:xfrm>
            <a:off x="964692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Buyer step number"/>
          <p:cNvSpPr/>
          <p:nvPr/>
        </p:nvSpPr>
        <p:spPr>
          <a:xfrm>
            <a:off x="982980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829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8298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Order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82980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out and track in Orders</a:t>
            </a:r>
            <a:endParaRPr lang="en-US" sz="1400" dirty="0"/>
          </a:p>
        </p:txBody>
      </p:sp>
      <p:sp>
        <p:nvSpPr>
          <p:cNvPr id="29" name="Seller label"/>
          <p:cNvSpPr/>
          <p:nvPr/>
        </p:nvSpPr>
        <p:spPr>
          <a:xfrm>
            <a:off x="548640" y="393192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pic>
        <p:nvPicPr>
          <p:cNvPr id="30" name="Seller icon" descr="Sell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640080" cy="64008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4864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Seller</a:t>
            </a:r>
            <a:endParaRPr lang="en-US" sz="2000" dirty="0"/>
          </a:p>
        </p:txBody>
      </p:sp>
      <p:sp>
        <p:nvSpPr>
          <p:cNvPr id="32" name="Seller step 1"/>
          <p:cNvSpPr/>
          <p:nvPr/>
        </p:nvSpPr>
        <p:spPr>
          <a:xfrm>
            <a:off x="237744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eller step number"/>
          <p:cNvSpPr/>
          <p:nvPr/>
        </p:nvSpPr>
        <p:spPr>
          <a:xfrm>
            <a:off x="256032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25603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256032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in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256032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Sign in to your account</a:t>
            </a:r>
            <a:endParaRPr lang="en-US" sz="1400" dirty="0"/>
          </a:p>
        </p:txBody>
      </p:sp>
      <p:sp>
        <p:nvSpPr>
          <p:cNvPr id="37" name="Arrow"/>
          <p:cNvSpPr/>
          <p:nvPr/>
        </p:nvSpPr>
        <p:spPr>
          <a:xfrm>
            <a:off x="4453128" y="4709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8" name="Seller step 2"/>
          <p:cNvSpPr/>
          <p:nvPr/>
        </p:nvSpPr>
        <p:spPr>
          <a:xfrm>
            <a:off x="480060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eller step number"/>
          <p:cNvSpPr/>
          <p:nvPr/>
        </p:nvSpPr>
        <p:spPr>
          <a:xfrm>
            <a:off x="498348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9834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498348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List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498348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Tap Sell and add item details</a:t>
            </a:r>
            <a:endParaRPr lang="en-US" sz="1400" dirty="0"/>
          </a:p>
        </p:txBody>
      </p:sp>
      <p:sp>
        <p:nvSpPr>
          <p:cNvPr id="43" name="Arrow"/>
          <p:cNvSpPr/>
          <p:nvPr/>
        </p:nvSpPr>
        <p:spPr>
          <a:xfrm>
            <a:off x="6876288" y="4709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4" name="Seller step 3"/>
          <p:cNvSpPr/>
          <p:nvPr/>
        </p:nvSpPr>
        <p:spPr>
          <a:xfrm>
            <a:off x="722376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Seller step number"/>
          <p:cNvSpPr/>
          <p:nvPr/>
        </p:nvSpPr>
        <p:spPr>
          <a:xfrm>
            <a:off x="740664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7406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740664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Manage</a:t>
            </a:r>
            <a:endParaRPr lang="en-US" sz="1800" dirty="0"/>
          </a:p>
        </p:txBody>
      </p:sp>
      <p:sp>
        <p:nvSpPr>
          <p:cNvPr id="48" name="Text 44"/>
          <p:cNvSpPr txBox="1"/>
          <p:nvPr/>
        </p:nvSpPr>
        <p:spPr>
          <a:xfrm>
            <a:off x="740664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View all in My Products</a:t>
            </a:r>
            <a:endParaRPr lang="en-US" sz="1400" dirty="0"/>
          </a:p>
        </p:txBody>
      </p:sp>
      <p:sp>
        <p:nvSpPr>
          <p:cNvPr id="49" name="Arrow"/>
          <p:cNvSpPr/>
          <p:nvPr/>
        </p:nvSpPr>
        <p:spPr>
          <a:xfrm>
            <a:off x="9299448" y="4709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50" name="Seller step 4"/>
          <p:cNvSpPr/>
          <p:nvPr/>
        </p:nvSpPr>
        <p:spPr>
          <a:xfrm>
            <a:off x="964692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1" name="Seller step number"/>
          <p:cNvSpPr/>
          <p:nvPr/>
        </p:nvSpPr>
        <p:spPr>
          <a:xfrm>
            <a:off x="982980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98298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53" name="Text 49"/>
          <p:cNvSpPr txBox="1"/>
          <p:nvPr/>
        </p:nvSpPr>
        <p:spPr>
          <a:xfrm>
            <a:off x="982980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Sell</a:t>
            </a:r>
            <a:endParaRPr lang="en-US" sz="1800" dirty="0"/>
          </a:p>
        </p:txBody>
      </p:sp>
      <p:sp>
        <p:nvSpPr>
          <p:cNvPr id="54" name="Text 50"/>
          <p:cNvSpPr txBox="1"/>
          <p:nvPr/>
        </p:nvSpPr>
        <p:spPr>
          <a:xfrm>
            <a:off x="982980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Buyers find and order it</a:t>
            </a:r>
            <a:endParaRPr lang="en-US" sz="14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EduTrade works for everyone</a:t>
            </a:r>
            <a:endParaRPr lang="en-US" sz="3600" dirty="0"/>
          </a:p>
        </p:txBody>
      </p:sp>
      <p:sp>
        <p:nvSpPr>
          <p:cNvPr id="3" name="For buyers panel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3093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For buyers badge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For buyers glyph" descr="For buy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For buyers</a:t>
            </a:r>
            <a:endParaRPr lang="en-US" sz="2800" dirty="0"/>
          </a:p>
        </p:txBody>
      </p:sp>
      <p:pic>
        <p:nvPicPr>
          <p:cNvPr id="7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6440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3154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Save money on study materials</a:t>
            </a:r>
            <a:endParaRPr lang="en-US" sz="1800" dirty="0"/>
          </a:p>
        </p:txBody>
      </p:sp>
      <p:pic>
        <p:nvPicPr>
          <p:cNvPr id="9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78808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4069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Books, lab kits and electronics in one place</a:t>
            </a:r>
            <a:endParaRPr lang="en-US" sz="1800" dirty="0"/>
          </a:p>
        </p:txBody>
      </p:sp>
      <p:pic>
        <p:nvPicPr>
          <p:cNvPr id="11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93208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54480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Wishlist and cart to compare before buying</a:t>
            </a:r>
            <a:endParaRPr lang="en-US" sz="1800" dirty="0"/>
          </a:p>
        </p:txBody>
      </p:sp>
      <p:sp>
        <p:nvSpPr>
          <p:cNvPr id="13" name="For sellers panel"/>
          <p:cNvSpPr/>
          <p:nvPr/>
        </p:nvSpPr>
        <p:spPr>
          <a:xfrm>
            <a:off x="6245352" y="1600200"/>
            <a:ext cx="5394960" cy="4434840"/>
          </a:xfrm>
          <a:prstGeom prst="roundRect">
            <a:avLst>
              <a:gd name="adj" fmla="val 3093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For sellers badge"/>
          <p:cNvSpPr/>
          <p:nvPr/>
        </p:nvSpPr>
        <p:spPr>
          <a:xfrm>
            <a:off x="6656832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For sellers glyph" descr="For sell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572" y="212598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708392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For sellers</a:t>
            </a:r>
            <a:endParaRPr lang="en-US" sz="2800" dirty="0"/>
          </a:p>
        </p:txBody>
      </p:sp>
      <p:pic>
        <p:nvPicPr>
          <p:cNvPr id="17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264408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251192" y="3154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Turn unused items into cash</a:t>
            </a:r>
            <a:endParaRPr lang="en-US" sz="1800" dirty="0"/>
          </a:p>
        </p:txBody>
      </p:sp>
      <p:pic>
        <p:nvPicPr>
          <p:cNvPr id="19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178808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251192" y="4069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List a product in a few clicks</a:t>
            </a:r>
            <a:endParaRPr lang="en-US" sz="1800" dirty="0"/>
          </a:p>
        </p:txBody>
      </p:sp>
      <p:pic>
        <p:nvPicPr>
          <p:cNvPr id="21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093208"/>
            <a:ext cx="365760" cy="36576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251192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Reach fellow students who need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EduTrad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6" y="1097280"/>
            <a:ext cx="3840480" cy="947220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/>
          </p:nvPr>
        </p:nvSpPr>
        <p:spPr>
          <a:xfrm>
            <a:off x="640080" y="2743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/>
          </p:nvPr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 and feedback are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Trade">
  <a:themeElements>
    <a:clrScheme name="EduTrade">
      <a:dk1>
        <a:srgbClr val="10261A"/>
      </a:dk1>
      <a:lt1>
        <a:srgbClr val="FFFFFF"/>
      </a:lt1>
      <a:dk2>
        <a:srgbClr val="0A3A6E"/>
      </a:dk2>
      <a:lt2>
        <a:srgbClr val="F1F7EF"/>
      </a:lt2>
      <a:accent1>
        <a:srgbClr val="2F9E27"/>
      </a:accent1>
      <a:accent2>
        <a:srgbClr val="FFE347"/>
      </a:accent2>
      <a:accent3>
        <a:srgbClr val="0A3A6E"/>
      </a:accent3>
      <a:accent4>
        <a:srgbClr val="F5A300"/>
      </a:accent4>
      <a:accent5>
        <a:srgbClr val="5E6F63"/>
      </a:accent5>
      <a:accent6>
        <a:srgbClr val="7A3FD1"/>
      </a:accent6>
      <a:hlink>
        <a:srgbClr val="0A3A6E"/>
      </a:hlink>
      <a:folHlink>
        <a:srgbClr val="5E6F63"/>
      </a:folHlink>
    </a:clrScheme>
    <a:fontScheme name="EduTra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Custom</PresentationFormat>
  <Paragraphs>120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EduTrade</vt:lpstr>
      <vt:lpstr>A Student E-Commerce Platform</vt:lpstr>
      <vt:lpstr>Why students need a better way</vt:lpstr>
      <vt:lpstr>One marketplace, built for students</vt:lpstr>
      <vt:lpstr>Everything you need to trade</vt:lpstr>
      <vt:lpstr>Home: everything is one click away</vt:lpstr>
      <vt:lpstr>Browse categories and featured items</vt:lpstr>
      <vt:lpstr>Selling and cart management</vt:lpstr>
      <vt:lpstr>How EduTrade works</vt:lpstr>
      <vt:lpstr>Why EduTrade works for everyone</vt:lpstr>
      <vt:lpstr>Thank you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EduTrade – Student E-Commerce Platform</dc:title>
  <dc:subject>PptxGenJS Presentation</dc:subject>
  <dc:creator>EduTrade</dc:creator>
  <cp:lastModifiedBy>HP</cp:lastModifiedBy>
  <cp:revision>2</cp:revision>
  <dcterms:created xsi:type="dcterms:W3CDTF">2026-10-26T15:31:32Z</dcterms:created>
  <dcterms:modified xsi:type="dcterms:W3CDTF">2026-10-26T17:08:06Z</dcterms:modified>
</cp:coreProperties>
</file>